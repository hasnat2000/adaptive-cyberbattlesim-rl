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4774E-A634-9DF8-A3D6-D3E51C22E6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A193EF-2EA3-7A7C-1C00-F7864A9731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8F02ED-7139-482A-9516-C31882567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DABE6-818B-4B6B-A1BF-6A4F2F0219F6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1E2EA-5417-0ED7-EA6E-08F10E8D0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32C1AE-8A7D-87D5-6A69-AB982D2C7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38178-3432-45D5-B751-E6E5D73EEB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056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7B521-0D23-2FA3-D53C-4129EEA1C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A9F78-DC84-6FD2-4FC9-A52880217C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FD69DB-7DC4-8137-3857-6B4D3B640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DABE6-818B-4B6B-A1BF-6A4F2F0219F6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4B6C0B-769A-9369-A16F-AD02249F5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540652-B94D-3B9F-DBFD-E0EA23287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38178-3432-45D5-B751-E6E5D73EEB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229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9BD02-A5FE-F60B-411C-10B16301B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D7633-2272-A5B4-17EE-3B93FEB44E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22594E-38C3-C54A-5AA8-F77C41100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DABE6-818B-4B6B-A1BF-6A4F2F0219F6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4B8ABF-EC30-5871-F093-D4AA3A9B4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F27725-FF85-1972-B2DA-8AB4D6A3F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38178-3432-45D5-B751-E6E5D73EEB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805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35F62-469E-C720-4698-1D9FB3578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E4397-72E1-163B-188F-3E17C05CFD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7EE47C-D88D-70DA-3B11-D39C1F88E9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B0A38F-724F-907E-3666-3FFC88401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DABE6-818B-4B6B-A1BF-6A4F2F0219F6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22D558-0056-D350-FA3B-E70598414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1CED9F-E45B-EEE6-3E7A-A0FE394E1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38178-3432-45D5-B751-E6E5D73EEB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881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3B88D-ADC4-FA46-4F8A-BD78ACF54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F9359D-AE81-26D5-087E-C1BBA3365E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80CDB0-2AF7-5451-C6AC-604CAEBB3C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5C8922-BF82-B3C7-48CB-2B2C0F7D92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737B8C-85A7-5BEA-BE0A-BD1C906E30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A9721B-36EC-92D9-7CB2-AEEE47FB1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DABE6-818B-4B6B-A1BF-6A4F2F0219F6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FE00B4-367E-9CC0-2E96-B69611B2A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C99E2D-29D4-44C8-2DAD-9E523BF3E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38178-3432-45D5-B751-E6E5D73EEB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193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2686-3E67-B3AE-A977-D77CC86EE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490AB5-DADC-20CB-DA1D-49EEDC9BC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DABE6-818B-4B6B-A1BF-6A4F2F0219F6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A25F79-63EF-7356-A8F7-2CB7D1274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0C7708-DA29-C5F2-23F4-DDA60C423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38178-3432-45D5-B751-E6E5D73EEB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407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F36135-D816-D398-B01C-817D37677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DABE6-818B-4B6B-A1BF-6A4F2F0219F6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F62A87-26CF-AE2E-875A-80917DAAA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F98164-EBB8-1DC9-011E-86ACEBC80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38178-3432-45D5-B751-E6E5D73EEB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950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4EAE9-A745-E847-7164-D30971821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BFBBE5-3A9E-9D11-468F-6C1CE0AF05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CFD4BC-A7BC-3712-7B29-8E2B07CB1B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0A5333-5F8B-2768-BCB3-134CE40CB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DABE6-818B-4B6B-A1BF-6A4F2F0219F6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0E051D-4E66-1F8E-9187-1971F1DE5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029345-8A7A-820C-B670-111720FEC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38178-3432-45D5-B751-E6E5D73EEB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403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3F6A9-CBA8-0EB8-2D60-6CD0AA806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58E9ED-B10B-EF6B-6D73-F9FF0A329C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12A702-C167-ED2A-F03E-20DEB67A91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81DAED-D46F-9601-081A-992DFB5E5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DABE6-818B-4B6B-A1BF-6A4F2F0219F6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FF0BC0-5DCF-AD55-35FF-4EB67CD0F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DA8F1A-D74B-0E52-FD93-D1E67AE88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38178-3432-45D5-B751-E6E5D73EEB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117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D7AB0-D101-6A16-5D4C-171200B14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D2A15B-6875-C33D-930B-C374B684C7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D3C7FE-F067-04F5-7BCA-6E170A6FF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DABE6-818B-4B6B-A1BF-6A4F2F0219F6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4FD70C-696B-9679-1912-DFB515D6D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CE25CE-63C9-A15D-756B-CA1DF90B6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38178-3432-45D5-B751-E6E5D73EEB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78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89B77D-DE66-D03C-4903-40897E76F2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6F7362-74B7-AD38-1002-F0C94EE140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C75183-EF00-5ED3-F029-B2C8406D1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DABE6-818B-4B6B-A1BF-6A4F2F0219F6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CD0A12-0D94-DFD7-5E08-411448E73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D2C1F-8914-A671-EBF3-2B8C5EB02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38178-3432-45D5-B751-E6E5D73EEB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900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94E4F1-54C1-7687-F097-B1DE49202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897311-3951-9F26-4436-AE9D4E7B59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0B461-40E3-4E01-1587-C3E3EFEEBA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9DABE6-818B-4B6B-A1BF-6A4F2F0219F6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49C2F-A74B-67BD-E22C-C2B294EBA9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D08A93-A185-103F-52AC-95A033B9A3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738178-3432-45D5-B751-E6E5D73EEB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688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DCAA7-6F6F-F348-97A2-722A7F384D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Baseline DQN each episode result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15281B-113A-072B-5099-C47C365FD0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59746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B080C7-5F04-91F5-FEDF-C8A94AD0F3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277" y="643466"/>
            <a:ext cx="10511446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756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CB3F6E-EDA7-BC8F-69F8-7BEDCA3E9C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277" y="643466"/>
            <a:ext cx="10511446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879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1D0AF59-99C3-4251-AB9A-C966C6AD4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55405F-37A2-4869-9154-F8BE3BECE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E10CBDC-CAE1-A8A2-E096-8CF5E27C00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866310"/>
            <a:ext cx="10905066" cy="5125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837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7F93160-0203-C9DE-FBE7-50F19751A3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223" y="643466"/>
            <a:ext cx="10611553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395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1D0AF59-99C3-4251-AB9A-C966C6AD4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55405F-37A2-4869-9154-F8BE3BECE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9BC41A-0DB4-CE5E-6647-7AB2455257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613" y="643467"/>
            <a:ext cx="10364773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4729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3399647-0C49-0467-2DC0-300B88F6DE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204" y="643466"/>
            <a:ext cx="10713592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8567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1D0AF59-99C3-4251-AB9A-C966C6AD4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55405F-37A2-4869-9154-F8BE3BECE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27BBC06-19AC-18E2-3070-F94B48F260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68" y="643467"/>
            <a:ext cx="10561264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7620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98EDA-ADAB-D76A-3C40-8A2948DF5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55AA77-57E4-1EA4-17B4-86664270FD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2873" y="1840379"/>
            <a:ext cx="8026254" cy="4321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2074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B2F210B-7271-7230-358E-6B2021513C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648207"/>
            <a:ext cx="10905066" cy="5561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438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1D0AF59-99C3-4251-AB9A-C966C6AD4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55405F-37A2-4869-9154-F8BE3BECE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8D7A83C-E14E-44A2-8979-1F3B1EB718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205" y="643467"/>
            <a:ext cx="10713590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3626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CD9E044-24EA-46A1-D91C-2578DDAA87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223" y="643466"/>
            <a:ext cx="10611553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2197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1D0AF59-99C3-4251-AB9A-C966C6AD4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55405F-37A2-4869-9154-F8BE3BECE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755B2C-4F72-6D16-05D6-66608FF000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702733"/>
            <a:ext cx="10905066" cy="545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3919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214467-D544-B0F1-21FA-5A00EF49E5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223" y="643466"/>
            <a:ext cx="10611553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7165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1D0AF59-99C3-4251-AB9A-C966C6AD4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55405F-37A2-4869-9154-F8BE3BECE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CD8B5C7-730D-60BA-B5E6-B700348150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395" y="643467"/>
            <a:ext cx="10413209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5511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</Words>
  <Application>Microsoft Office PowerPoint</Application>
  <PresentationFormat>Widescreen</PresentationFormat>
  <Paragraphs>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Baseline DQN each episode result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Hasnat Hossain</dc:creator>
  <cp:lastModifiedBy>Hasnat Hossain</cp:lastModifiedBy>
  <cp:revision>1</cp:revision>
  <dcterms:created xsi:type="dcterms:W3CDTF">2026-09-11T18:10:47Z</dcterms:created>
  <dcterms:modified xsi:type="dcterms:W3CDTF">2026-09-11T18:15:49Z</dcterms:modified>
</cp:coreProperties>
</file>